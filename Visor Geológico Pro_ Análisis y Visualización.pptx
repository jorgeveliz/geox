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6" r:id="rId11"/>
    <p:sldId id="265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DA57D1-B5F4-424C-A465-180186FEBB58}">
  <a:tblStyle styleId="{25DA57D1-B5F4-424C-A465-180186FEBB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540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B87A3E9E-BEFD-E81F-35A9-1808950A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>
            <a:extLst>
              <a:ext uri="{FF2B5EF4-FFF2-40B4-BE49-F238E27FC236}">
                <a16:creationId xmlns:a16="http://schemas.microsoft.com/office/drawing/2014/main" id="{416D606E-B405-DC51-FB21-27B98BD67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>
            <a:extLst>
              <a:ext uri="{FF2B5EF4-FFF2-40B4-BE49-F238E27FC236}">
                <a16:creationId xmlns:a16="http://schemas.microsoft.com/office/drawing/2014/main" id="{82C772C6-CB8C-C005-5C5F-1F2106546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239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jvcminedata.cl/" TargetMode="Externa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Visor </a:t>
            </a:r>
            <a:r>
              <a:rPr lang="en-US" sz="6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Geológico</a:t>
            </a:r>
            <a:endParaRPr dirty="0"/>
          </a:p>
        </p:txBody>
      </p:sp>
      <p:sp>
        <p:nvSpPr>
          <p:cNvPr id="86" name="Google Shape;86;p13"/>
          <p:cNvSpPr/>
          <p:nvPr/>
        </p:nvSpPr>
        <p:spPr>
          <a:xfrm>
            <a:off x="5619750" y="1695450"/>
            <a:ext cx="952500" cy="76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D6F318-10E8-D7A2-25BE-1F3B16F120EF}"/>
              </a:ext>
            </a:extLst>
          </p:cNvPr>
          <p:cNvSpPr txBox="1"/>
          <p:nvPr/>
        </p:nvSpPr>
        <p:spPr>
          <a:xfrm>
            <a:off x="1554079" y="2158663"/>
            <a:ext cx="908384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1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Transforma tus datos en decisiones. Una plataforma integral para la validación, visualización y análisis de campañas de sondajes, diseñada para la precisión técnica y la eficiencia operativa.</a:t>
            </a:r>
            <a:endParaRPr lang="es-CL" sz="2100" dirty="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95275" y="571500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01. Visualización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Multidimensional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2476500"/>
            <a:ext cx="7620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Entorno 3D integral de alto rendimiento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000125" y="2431073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Sondajes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Trazas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codificación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dinámica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ley 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litología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Control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espesores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etiquetas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3" name="Google Shape;103;p15"/>
          <p:cNvSpPr txBox="1"/>
          <p:nvPr/>
        </p:nvSpPr>
        <p:spPr>
          <a:xfrm>
            <a:off x="1000125" y="3278798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Modelos 3D: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Carga de cuerpos mineralizados con transparencia en tiempo real para análisis espacial.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000125" y="4126523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Topografía: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Importación de superficies para contextualizar datos de exploración.</a:t>
            </a:r>
            <a:endParaRPr/>
          </a:p>
        </p:txBody>
      </p:sp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917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168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6462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64953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INTEGRACIÓN DE TIPOS DE DATOS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649532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2C485CFE-E6D0-CD49-65B5-155BC90B3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574" y="1899139"/>
            <a:ext cx="6184057" cy="3377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771525" y="681038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POTENCIA VISUAL</a:t>
            </a:r>
            <a:endParaRPr dirty="0"/>
          </a:p>
        </p:txBody>
      </p:sp>
      <p:sp>
        <p:nvSpPr>
          <p:cNvPr id="116" name="Google Shape;116;p16"/>
          <p:cNvSpPr/>
          <p:nvPr/>
        </p:nvSpPr>
        <p:spPr>
          <a:xfrm>
            <a:off x="581025" y="681038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2124075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Navegación Fluida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2667000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Visor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Geológico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integra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topografía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trazas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sondajes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controles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navegación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avanzados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sola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escena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alto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desempeño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376082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Ideal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validar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relación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espacial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entre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perforaciones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volúmenes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interpretados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tiempo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real.</a:t>
            </a:r>
            <a:endParaRPr dirty="0"/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5BBBDE74-E37F-BFB6-75EF-C0C94F03F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1962151"/>
            <a:ext cx="6391744" cy="31808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295275" y="571500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02. Inteligencia de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Carga y Validación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2286000" y="2476500"/>
            <a:ext cx="7620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Garantía de integridad referencial y lógica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5987"/>
            <a:ext cx="3492549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85987"/>
            <a:ext cx="3492549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85987"/>
            <a:ext cx="3492549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962025" y="3386137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Integridad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962025" y="3929062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Verifica que cada registro en Assay y Survey tenga su correspondiente entrada en el archivo Collar.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4740324" y="3386137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Profundidad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4740324" y="3929062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Detecta errores lógicos como intervalos invertidos (From &gt; To) o profundidades que exceden el largo total.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518624" y="3386137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Consistencia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518624" y="392906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Alerta inmediata sobre sondajes duplicados o coordenadas inconsistentes entre archivos.</a:t>
            </a:r>
            <a:endParaRPr/>
          </a:p>
        </p:txBody>
      </p:sp>
      <p:pic>
        <p:nvPicPr>
          <p:cNvPr id="142" name="Google Shape;14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62413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624137"/>
            <a:ext cx="2381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6241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VALIDACIONES AUTOMÁTICAS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6793046" y="2430881"/>
            <a:ext cx="346108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1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1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 Tiempo Real</a:t>
            </a:r>
            <a:endParaRPr dirty="0"/>
          </a:p>
        </p:txBody>
      </p:sp>
      <p:sp>
        <p:nvSpPr>
          <p:cNvPr id="155" name="Google Shape;155;p19"/>
          <p:cNvSpPr txBox="1"/>
          <p:nvPr/>
        </p:nvSpPr>
        <p:spPr>
          <a:xfrm>
            <a:off x="6793046" y="2973806"/>
            <a:ext cx="522972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Nuestro motor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analiza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CSVs antes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cargarlos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al motor 3D. El panel de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"Details Warning and Error"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corregir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inconsistencias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antes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iniciar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6793046" y="4081802"/>
            <a:ext cx="503722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Olvídate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errores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silenciosos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comprometen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tus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geológicos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57" name="Google Shape;157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ASISTENTE INTELIGENTE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7E1CB3F3-795A-4469-9AAD-90A5FD100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09" y="1624317"/>
            <a:ext cx="6269029" cy="418862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295275" y="571500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03. Análisis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y Reportabilidad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2286000" y="2430810"/>
            <a:ext cx="7620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Datos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precisos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estimación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recursos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>
          <a:extLst>
            <a:ext uri="{FF2B5EF4-FFF2-40B4-BE49-F238E27FC236}">
              <a16:creationId xmlns:a16="http://schemas.microsoft.com/office/drawing/2014/main" id="{859F943F-18F8-6319-06A3-077ACEEA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>
            <a:extLst>
              <a:ext uri="{FF2B5EF4-FFF2-40B4-BE49-F238E27FC236}">
                <a16:creationId xmlns:a16="http://schemas.microsoft.com/office/drawing/2014/main" id="{19C03153-28D4-AF99-0D09-188E5DCE8758}"/>
              </a:ext>
            </a:extLst>
          </p:cNvPr>
          <p:cNvSpPr txBox="1"/>
          <p:nvPr/>
        </p:nvSpPr>
        <p:spPr>
          <a:xfrm>
            <a:off x="6793046" y="2430881"/>
            <a:ext cx="346108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Algoritmo</a:t>
            </a:r>
            <a:r>
              <a:rPr lang="en-US" sz="21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Preciso</a:t>
            </a:r>
            <a:endParaRPr dirty="0"/>
          </a:p>
        </p:txBody>
      </p:sp>
      <p:sp>
        <p:nvSpPr>
          <p:cNvPr id="155" name="Google Shape;155;p19">
            <a:extLst>
              <a:ext uri="{FF2B5EF4-FFF2-40B4-BE49-F238E27FC236}">
                <a16:creationId xmlns:a16="http://schemas.microsoft.com/office/drawing/2014/main" id="{41C64CAC-26E3-CC28-B84B-E339D82C5038}"/>
              </a:ext>
            </a:extLst>
          </p:cNvPr>
          <p:cNvSpPr txBox="1"/>
          <p:nvPr/>
        </p:nvSpPr>
        <p:spPr>
          <a:xfrm>
            <a:off x="6793046" y="2973806"/>
            <a:ext cx="5229726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500" dirty="0">
                <a:solidFill>
                  <a:srgbClr val="CBD5E1"/>
                </a:solidFill>
                <a:latin typeface="Lato"/>
                <a:ea typeface="Lato"/>
                <a:cs typeface="Lato"/>
              </a:rPr>
              <a:t>Determina puntos exactos de entrada y salida (</a:t>
            </a:r>
            <a:r>
              <a:rPr lang="es-ES" sz="1500" dirty="0" err="1">
                <a:solidFill>
                  <a:srgbClr val="CBD5E1"/>
                </a:solidFill>
                <a:latin typeface="Lato"/>
                <a:ea typeface="Lato"/>
                <a:cs typeface="Lato"/>
              </a:rPr>
              <a:t>From</a:t>
            </a:r>
            <a:r>
              <a:rPr lang="es-ES" sz="1500" dirty="0">
                <a:solidFill>
                  <a:srgbClr val="CBD5E1"/>
                </a:solidFill>
                <a:latin typeface="Lato"/>
                <a:ea typeface="Lato"/>
                <a:cs typeface="Lato"/>
              </a:rPr>
              <a:t>/</a:t>
            </a:r>
            <a:r>
              <a:rPr lang="es-ES" sz="1500" dirty="0" err="1">
                <a:solidFill>
                  <a:srgbClr val="CBD5E1"/>
                </a:solidFill>
                <a:latin typeface="Lato"/>
                <a:ea typeface="Lato"/>
                <a:cs typeface="Lato"/>
              </a:rPr>
              <a:t>To</a:t>
            </a:r>
            <a:r>
              <a:rPr lang="es-ES" sz="1500" dirty="0">
                <a:solidFill>
                  <a:srgbClr val="CBD5E1"/>
                </a:solidFill>
                <a:latin typeface="Lato"/>
                <a:ea typeface="Lato"/>
                <a:cs typeface="Lato"/>
              </a:rPr>
              <a:t>) de cada sondaje en el cuerpo mineralizado.</a:t>
            </a:r>
          </a:p>
          <a:p>
            <a:pPr>
              <a:lnSpc>
                <a:spcPct val="150000"/>
              </a:lnSpc>
            </a:pPr>
            <a:r>
              <a:rPr lang="es-ES" sz="1500" dirty="0">
                <a:solidFill>
                  <a:srgbClr val="CBD5E1"/>
                </a:solidFill>
                <a:latin typeface="Lato"/>
                <a:ea typeface="Lato"/>
                <a:cs typeface="Lato"/>
              </a:rPr>
              <a:t>Distingue entre tramos que cruzan (CROSS) y tramos contenidos (INSIDE).</a:t>
            </a:r>
          </a:p>
          <a:p>
            <a:pPr>
              <a:lnSpc>
                <a:spcPct val="150000"/>
              </a:lnSpc>
            </a:pPr>
            <a:r>
              <a:rPr lang="es-ES" sz="1500" dirty="0">
                <a:solidFill>
                  <a:srgbClr val="CBD5E1"/>
                </a:solidFill>
                <a:latin typeface="Lato"/>
                <a:ea typeface="Lato"/>
                <a:cs typeface="Lato"/>
              </a:rPr>
              <a:t>Asocia la ley mineral (grade) del tramo interceptado</a:t>
            </a:r>
          </a:p>
        </p:txBody>
      </p:sp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E16A0B12-59A2-1D5A-24C5-626B826D0797}"/>
              </a:ext>
            </a:extLst>
          </p:cNvPr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94;p21">
            <a:extLst>
              <a:ext uri="{FF2B5EF4-FFF2-40B4-BE49-F238E27FC236}">
                <a16:creationId xmlns:a16="http://schemas.microsoft.com/office/drawing/2014/main" id="{61F7BC45-DE96-D43B-02CF-3B4AF6BB8FFA}"/>
              </a:ext>
            </a:extLst>
          </p:cNvPr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ANÁLISIS DE INTERSECCIONES (SOLID INTERSECT)</a:t>
            </a:r>
            <a:endParaRPr dirty="0"/>
          </a:p>
        </p:txBody>
      </p:sp>
      <p:pic>
        <p:nvPicPr>
          <p:cNvPr id="4" name="Imagen 3" descr="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63A62C37-EFCB-BDD1-90D2-0EA81D51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88" y="1537193"/>
            <a:ext cx="5903925" cy="458541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5263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25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0025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00250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484186" y="4572000"/>
            <a:ext cx="36671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Inspector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5114925"/>
            <a:ext cx="35798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Detalle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tramo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Ley,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profundidad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tramos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14" name="Google Shape;214;p23"/>
          <p:cNvSpPr txBox="1"/>
          <p:nvPr/>
        </p:nvSpPr>
        <p:spPr>
          <a:xfrm>
            <a:off x="4262485" y="4572000"/>
            <a:ext cx="36671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Filtros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4349799" y="5114925"/>
            <a:ext cx="349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Aísla datos por proyecto, fecha o rango de leyes dinámicamente.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8040785" y="4572000"/>
            <a:ext cx="36671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Configuración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128099" y="5114925"/>
            <a:ext cx="349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Escalas de color y etiquetas personalizadas para reportes.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HERRAMIENTAS DE CONTROL GEOLÓGICO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2375087-072D-2C40-E960-4DE82D586A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56" y="2060809"/>
            <a:ext cx="3036950" cy="2200072"/>
          </a:xfrm>
          <a:prstGeom prst="rect">
            <a:avLst/>
          </a:prstGeom>
        </p:spPr>
      </p:pic>
      <p:pic>
        <p:nvPicPr>
          <p:cNvPr id="7" name="Imagen 6" descr="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3E10ECED-80A0-5537-B556-13438D7210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062" y="2074395"/>
            <a:ext cx="3040755" cy="2186486"/>
          </a:xfrm>
          <a:prstGeom prst="rect">
            <a:avLst/>
          </a:prstGeom>
        </p:spPr>
      </p:pic>
      <p:pic>
        <p:nvPicPr>
          <p:cNvPr id="9" name="Imagen 8" descr="Imagen que contiene agua, verde, tabla, paraguas&#10;&#10;El contenido generado por IA puede ser incorrecto.">
            <a:extLst>
              <a:ext uri="{FF2B5EF4-FFF2-40B4-BE49-F238E27FC236}">
                <a16:creationId xmlns:a16="http://schemas.microsoft.com/office/drawing/2014/main" id="{ED0129C6-1FCF-2CBF-D477-4C511B37FC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1894" y="2133699"/>
            <a:ext cx="3573330" cy="21295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EFICIENCIA EN VALIDACIÓN DE CAMPAÑAS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1950" y="2945009"/>
            <a:ext cx="3848100" cy="155853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295275" y="571500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1866900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Confianza en sus datos, velocidad en su operación.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4467225" y="3240285"/>
            <a:ext cx="32575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Visor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Geológico</a:t>
            </a:r>
            <a:endParaRPr dirty="0"/>
          </a:p>
        </p:txBody>
      </p:sp>
      <p:sp>
        <p:nvSpPr>
          <p:cNvPr id="232" name="Google Shape;232;p24"/>
          <p:cNvSpPr txBox="1"/>
          <p:nvPr/>
        </p:nvSpPr>
        <p:spPr>
          <a:xfrm>
            <a:off x="4467225" y="3545085"/>
            <a:ext cx="32575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www.JVCMineData.cl</a:t>
            </a:r>
            <a:endParaRPr lang="en-US" sz="1350" b="0" i="0" u="none" strike="noStrike" cap="none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Jorge@jvcminedata.cl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381</Words>
  <Application>Microsoft Office PowerPoint</Application>
  <PresentationFormat>Panorámica</PresentationFormat>
  <Paragraphs>45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Lato</vt:lpstr>
      <vt:lpstr>Poppins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imguser</dc:creator>
  <cp:lastModifiedBy>Jorge Veliz</cp:lastModifiedBy>
  <cp:revision>4</cp:revision>
  <dcterms:modified xsi:type="dcterms:W3CDTF">2025-12-26T01:23:14Z</dcterms:modified>
</cp:coreProperties>
</file>